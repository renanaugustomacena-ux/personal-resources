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Cloud, Container &amp;</a:t>
            </a:r>
            <a:br/>
            <a:r>
              <a:t>Supply Chain Security</a:t>
            </a:r>
          </a:p>
          <a:p>
            <a:pPr algn="ctr">
              <a:defRPr sz="1800">
                <a:solidFill>
                  <a:srgbClr val="00D4FF"/>
                </a:solidFill>
              </a:defRPr>
            </a:pPr>
            <a:r>
              <a:t>Domains 10 &amp; 19  —  Enterprise Security Reference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3749039"/>
            <a:ext cx="4572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Enterprise Security Reference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Cloud Security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Shared responsibility, attack surfaces, metadata exploitation, detection</a:t>
            </a:r>
          </a:p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Container &amp; Kubernetes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Architecture, escape techniques, RBAC abuse, serverless risks</a:t>
            </a:r>
          </a:p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Software Supply Chain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SolarWinds, xz, dependency attacks, SLSA, Sigstore, SBOM</a:t>
            </a:r>
          </a:p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Hardware Supply Chain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Counterfeit ICs, hardware Trojans, PUFs, root of trust</a:t>
            </a:r>
          </a:p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Defense &amp;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CI/CD hardening, provenance, tooling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Cloud Shared Responsibility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65760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CLOUD PROVIDER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57600" cy="50292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Physical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657600" cy="50292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Network &amp; Hypervisor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657600" cy="50292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Managed Services (RDS, Lambda)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3657600" cy="50292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Platform Security &amp; Patching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188720"/>
            <a:ext cx="3657600" cy="45720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737360"/>
            <a:ext cx="3657600" cy="50292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Data Classification &amp; Encryption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331720"/>
            <a:ext cx="3657600" cy="50292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Identity &amp; Access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926080"/>
            <a:ext cx="3657600" cy="50292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Application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520440"/>
            <a:ext cx="3657600" cy="50292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OS, Network, Firewall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Key insight: Misconfigurations in the customer space (IAM, S3 bucket policies,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security groups) account for the vast majority of cloud breaches.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</a:defRPr>
            </a:pPr>
            <a:r>
              <a:t>The provider secures the infrastructure; YOU secure what you put on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AWS Attack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28800" cy="4114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  • Overprivileged roles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Access key leaks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Role chaining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280160"/>
            <a:ext cx="1828800" cy="41148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  • Public buckets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ACL misconfig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Object-level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80160"/>
            <a:ext cx="1828800" cy="4114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EC2/VPC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  • SSRF to IMDS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SG wide-open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Unencrypted EBS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1828800" cy="41148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Lambda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  • Event injection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Dep confusion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Cold-start secrets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1828800" cy="41148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EKS/ECS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  • Privileged pods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RBAC abuse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Container escape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291840"/>
            <a:ext cx="1828800" cy="4114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CloudTrail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490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  • Log tampering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Trail deletion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Gap exploitation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291840"/>
            <a:ext cx="1828800" cy="4114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RDS/DynamoDB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  • Public snapshots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Weak auth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Encryption gaps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291840"/>
            <a:ext cx="1828800" cy="41148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STS/SSM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  • Session hijacking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Role assumption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  • Parameter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AAAAAA"/>
                </a:solidFill>
              </a:defRPr>
            </a:pPr>
            <a:r>
              <a:t>169.254.169.254 (IMDS v1) remains the most commonly exploited vector via SSRF chains.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Cloud Metadata Service Exploitation (SSRF)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463040" cy="82296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1. SSRF Vuln</a:t>
            </a:r>
            <a:br/>
            <a:r>
              <a:t>in Web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463040"/>
            <a:ext cx="1463040" cy="82296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2. Request to</a:t>
            </a:r>
            <a:br/>
            <a:r>
              <a:t>169.254.169.254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463040"/>
            <a:ext cx="1463040" cy="82296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3. IAM Creds</a:t>
            </a:r>
            <a:br/>
            <a:r>
              <a:t>Returned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63040"/>
            <a:ext cx="1463040" cy="82296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4. Lateral Move</a:t>
            </a:r>
            <a:br/>
            <a:r>
              <a:t>via 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63040"/>
            <a:ext cx="1463040" cy="82296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5. Data</a:t>
            </a:r>
            <a:br/>
            <a:r>
              <a:t>Exfiltration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37360" y="1783080"/>
            <a:ext cx="41147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611880" y="1783080"/>
            <a:ext cx="4114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486400" y="1783080"/>
            <a:ext cx="4114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60920" y="1783080"/>
            <a:ext cx="13715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</a:defRPr>
            </a:pPr>
            <a:r>
              <a:t>IMDSv2 requires a PUT request with a hop-limit token (X-aws-ec2-metadata-token-ttl-seconds).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</a:defRPr>
            </a:pPr>
            <a:r>
              <a:t>This blocks most SSRF because the attacker cannot set custom headers in the reflected request.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</a:defRPr>
            </a:pPr>
            <a:r>
              <a:t>Detection: CloudTrail → AssumeRole with unusual source IP. GuardDuty: UnauthorizedAccess:IAMUser/InstanceCredentialExfiltration.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8229600" cy="109728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DEFENSES: Enforce IMDSv2 (HttpTokens=required)  |  Instance metadata endpoint disabled for Lambda  |  VPC endpoint policies  |  IAM role least-privilege  |  SSRF input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Kubernetes Architecture &amp; Attack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36576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CONTROL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64592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CCCCC"/>
                </a:solidFill>
              </a:defRPr>
            </a:pPr>
            <a:r>
              <a:t>API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691640"/>
            <a:ext cx="164592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CCCCC"/>
                </a:solidFill>
              </a:defRPr>
            </a:pPr>
            <a:r>
              <a:t>etcd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91640"/>
            <a:ext cx="164592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CCCCC"/>
                </a:solidFill>
              </a:defRPr>
            </a:pPr>
            <a:r>
              <a:t>Scheduler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164592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CCCCC"/>
                </a:solidFill>
              </a:defRPr>
            </a:pPr>
            <a:r>
              <a:t>Controller Mgr</a:t>
            </a:r>
          </a:p>
        </p:txBody>
      </p:sp>
      <p:sp>
        <p:nvSpPr>
          <p:cNvPr id="9" name="Down Arrow 8"/>
          <p:cNvSpPr/>
          <p:nvPr/>
        </p:nvSpPr>
        <p:spPr>
          <a:xfrm>
            <a:off x="4480560" y="2240280"/>
            <a:ext cx="182880" cy="411479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8229600" cy="36576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WORKER NODES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13716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CCCCC"/>
                </a:solidFill>
              </a:defRPr>
            </a:pPr>
            <a:r>
              <a:t>kubelet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3246120"/>
            <a:ext cx="13716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CCCCC"/>
                </a:solidFill>
              </a:defRPr>
            </a:pPr>
            <a:r>
              <a:t>kube-proxy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3246120"/>
            <a:ext cx="13716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CCCCC"/>
                </a:solidFill>
              </a:defRPr>
            </a:pPr>
            <a:r>
              <a:t>Container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46120"/>
            <a:ext cx="13716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CCCCC"/>
                </a:solidFill>
              </a:defRPr>
            </a:pPr>
            <a:r>
              <a:t>Pod (app)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246120"/>
            <a:ext cx="13716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CCCCCC"/>
                </a:solidFill>
              </a:defRPr>
            </a:pPr>
            <a:r>
              <a:t>Pod (db)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4444"/>
                </a:solidFill>
              </a:defRPr>
            </a:pPr>
            <a:r>
              <a:t>⚠ Unauthenticated kubelet API (10250) → pod exec / container escape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4444"/>
                </a:solidFill>
              </a:defRPr>
            </a:pPr>
            <a:r>
              <a:t>⚠ etcd exposed → cluster secrets (service account tokens, TLS certs)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4444"/>
                </a:solidFill>
              </a:defRPr>
            </a:pPr>
            <a:r>
              <a:t>⚠ Privileged pod + hostPID → namespace breakout → node 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9F43"/>
                </a:solidFill>
              </a:defRPr>
            </a:pPr>
            <a:r>
              <a:t>⚠ Default ServiceAccount token mounted in every pod (auto-mount)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9F43"/>
                </a:solidFill>
              </a:defRPr>
            </a:pPr>
            <a:r>
              <a:t>⚠ Helm Tiller (legacy) ran as cluster-admin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Container Escape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931920" cy="4114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Privileged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Mount host filesystem via /dev/sda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Access to all devices &amp; host kernel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280160"/>
            <a:ext cx="3931920" cy="41148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hostPID / hostNetwork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See all host processes / bypass network isolation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Process injection into host PID namespace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3931920" cy="4114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CVE-2019-5736 (runc)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Overwrite host runc binary from within container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Triggered on next container exec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3931920" cy="41148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CVE-2020-15257</a:t>
            </a:r>
            <a:br/>
            <a:r>
              <a:t>(containerd)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Abstract Unix sockets accessible from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host-network containers → containerd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3931920" cy="41148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Kernel Exploit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Container shares host kernel → kernel vuln =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full host compromise (e.g., DirtyPipe)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206240"/>
            <a:ext cx="3931920" cy="4114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Mounted Secrets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6634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Docker socket (/var/run/docker.sock) or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service account tokens in mounted volumes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K8s RBAC Misconfiguration Attack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1463040" cy="73152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Compromised</a:t>
            </a:r>
            <a:br/>
            <a:r>
              <a:t>Pod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828800"/>
            <a:ext cx="1463040" cy="73152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SA Token</a:t>
            </a:r>
            <a:br/>
            <a:r>
              <a:t>(auto-mount)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828800"/>
            <a:ext cx="1463040" cy="73152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K8s API</a:t>
            </a:r>
            <a:br/>
            <a:r>
              <a:t>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828800"/>
            <a:ext cx="1463040" cy="73152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List Secrets /</a:t>
            </a:r>
            <a:br/>
            <a:r>
              <a:t>Create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1463040" cy="73152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Cluster</a:t>
            </a:r>
            <a:br/>
            <a:r>
              <a:t>Admin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37360" y="210312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474720" y="210312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212079" y="210312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949440" y="2103120"/>
            <a:ext cx="36576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⚠ cluster-admin ClusterRoleBinding to default ServiceAccount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⚠ Wildcard verbs: { verbs: ["*"], resources: ["*"]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⚠ Pods/exec permission → kubectl exec into any pod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⚠ create pods + mount hostPath → escape to 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⚠ Impersonate permission → act as any user/group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Serverless Attack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560320" cy="4114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Event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S3 / SNS / API GW events with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malicious payloads in event fields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that reach application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280160"/>
            <a:ext cx="2560320" cy="41148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Dependency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37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Malicious packages in Lambda layers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or requirements.txt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+ no lockfile integrity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2560320" cy="4114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Cold-Start 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37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Environment variables readable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during init phase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Secrets in /tmp persist across invocations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2560320" cy="41148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Over-Privileged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Lambda execution role with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AdminAccess or s3:*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Single function → full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474720"/>
            <a:ext cx="2560320" cy="41148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Shared /tmp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931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Sequential invocations share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/tmp — data residue from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previous executions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74720"/>
            <a:ext cx="2560320" cy="4114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Timeout Abuse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931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Long-running functions used for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crypto mining or C2 relay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15 min max (AWS)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Cloud-Native Security Tool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</a:defRPr>
            </a:pPr>
            <a:r>
              <a:t>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Supply Chain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Dependency confusion, nation-state supply chain attacks,</a:t>
            </a:r>
            <a:br/>
            <a:r>
              <a:t>SLSA, Sigstore, SBOM, CI/CD hardening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743200"/>
            <a:ext cx="4572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Software Supply Chain Attack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737360" cy="6400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Dependency</a:t>
            </a:r>
            <a:br/>
            <a:r>
              <a:t>Confusion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Private package name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claimed on public registry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737360" cy="64008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Typosquatting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lodash → lodahs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requests → requets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1737360" cy="6400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Compromised</a:t>
            </a:r>
            <a:br/>
            <a:r>
              <a:t>Maintainer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Legitimate maintainer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account takeover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1737360" cy="64008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Build System</a:t>
            </a:r>
            <a:br/>
            <a:r>
              <a:t>Compromise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CI/CD pipeline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injection (SolarWinds)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200400"/>
            <a:ext cx="1737360" cy="64008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RepoJacking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GitHub username rename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namespace takeover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200400"/>
            <a:ext cx="1737360" cy="64008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Malicious</a:t>
            </a:r>
            <a:br/>
            <a:r>
              <a:t>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Backdoor in OSS PR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(xz utils pattern)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200400"/>
            <a:ext cx="1737360" cy="6400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Installer</a:t>
            </a:r>
            <a:br/>
            <a:r>
              <a:t>Trojan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Compromised download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site (3CX, Kaseya)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00400"/>
            <a:ext cx="1737360" cy="64008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Watering</a:t>
            </a:r>
            <a:br/>
            <a:r>
              <a:t>Hole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ICS vendor sites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(Havex/Dragonfly)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SolarWinds SUNBURST Attack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463040"/>
            <a:ext cx="1463040" cy="73152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1. Compromise</a:t>
            </a:r>
            <a:br/>
            <a:r>
              <a:t>Build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463040"/>
            <a:ext cx="1463040" cy="73152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2. Inject into</a:t>
            </a:r>
            <a:br/>
            <a:r>
              <a:t>Orion DLL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463040"/>
            <a:ext cx="1463040" cy="73152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3. Signed</a:t>
            </a:r>
            <a:br/>
            <a:r>
              <a:t>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463040"/>
            <a:ext cx="1463040" cy="73152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4. 18,000+</a:t>
            </a:r>
            <a:br/>
            <a:r>
              <a:t>Victims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63040"/>
            <a:ext cx="1463040" cy="73152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5. Targeted</a:t>
            </a:r>
            <a:br/>
            <a:r>
              <a:t>C2 (CNAME)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45920" y="173736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383280" y="173736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120640" y="173736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858000" y="173736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▸  Build process modified: SolarWinds.Orion.Core.BusinessLayer.dll backdoored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2724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▸  Two-week dormancy period before C2 activation (anti-sandbox)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1129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▸  DGA-based C2: &lt;victim-hash&gt;.appsync-api.{region}.avsvmcloud.com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95344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▸  SAML token forgery (Golden SAML) for persistent cloud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793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▸  Attributed to SVR (Russia) — APT29/Cozy Bear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▸  Detection: anomalous DNS queries to avsvmcloud.com subdomains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xz Utils Backdoor (CVE-2024-3094)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371600"/>
            <a:ext cx="1463040" cy="82296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1. Social</a:t>
            </a:r>
            <a:br/>
            <a:r>
              <a:t>Engineering</a:t>
            </a:r>
            <a:br/>
            <a:r>
              <a:t>(2+ years)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371600"/>
            <a:ext cx="1463040" cy="82296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2. Gain</a:t>
            </a:r>
            <a:br/>
            <a:r>
              <a:t>Maintainer</a:t>
            </a:r>
            <a:br/>
            <a:r>
              <a:t>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371600"/>
            <a:ext cx="1463040" cy="82296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3. Inject via</a:t>
            </a:r>
            <a:br/>
            <a:r>
              <a:t>m4 Macro +</a:t>
            </a:r>
            <a:br/>
            <a:r>
              <a:t>Test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371600"/>
            <a:ext cx="1463040" cy="82296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4. Hook</a:t>
            </a:r>
            <a:br/>
            <a:r>
              <a:t>OpenSSH via</a:t>
            </a:r>
            <a:br/>
            <a:r>
              <a:t>liblzma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1463040" cy="82296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5. RSA Key</a:t>
            </a:r>
            <a:br/>
            <a:r>
              <a:t>Auth Bypass</a:t>
            </a:r>
            <a:br/>
            <a:r>
              <a:t>(RCE)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45920" y="173736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383280" y="173736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120640" y="173736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858000" y="173736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Discovered by Andres Freund: 500ms SSH latency anomaly during PostgreSQL benchmarking.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Mechanism: Binary test file (bad-3-corrupt_lzma2.xz) was actually encrypted payload.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m4 macro in build system extracted and compiled the payload during 'make'.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Payload hijacked ifunc resolver in liblzma → hooked RSA_public_decrypt in libcrypto.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Attacker's RSA public key embedded as trigger — successful verification = RCE.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Implications: Multi-year social engineering of open-source trust model.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Single maintainer projects are critical infrastructure with no oversight.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Major Supply Chain Incidents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SLSA Framework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920240" cy="45720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Level 1: Provenance</a:t>
            </a:r>
            <a:br/>
            <a:r>
              <a:t>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Build process documented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Provenance generated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45720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Level 2: Hosted</a:t>
            </a:r>
            <a:br/>
            <a: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39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Build on hosted service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Provenance authenticated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192024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Level 3: Hardened</a:t>
            </a:r>
            <a:br/>
            <a: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Isolated, ephemeral env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Non-falsifiable provenance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280160"/>
            <a:ext cx="1920240" cy="45720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Level 4: Deps</a:t>
            </a:r>
            <a:br/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All transitive deps have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SLSA 3+ provenance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77440" y="1417319"/>
            <a:ext cx="18287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480560" y="1417319"/>
            <a:ext cx="18287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583680" y="1417319"/>
            <a:ext cx="1828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SLSA (Supply-chain Levels for Software Artifacts) is a framework by Google/OpenSSF.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Each level builds on the previous, increasing tamper resistance of the build process.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Level 1: Basic hygiene — know what you built and how.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Level 2: Hosted builds prevent developer workstation compromise.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Level 3: Ephemeral build environments + non-falsifiable provenance prevent insider build tampering.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Level 4: Full supply chain — even transitive dependencies are verified.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Adoption: npm provenance (L2), GitHub Artifact Attestations (L2-L3), Sigstore integration.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Sigstore Ecosystem — Keyless Signing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645920" cy="6400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Developer</a:t>
            </a:r>
            <a:br/>
            <a:r>
              <a:t>(OIDC Identity)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0240" y="1600200"/>
            <a:ext cx="54864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80" y="1371600"/>
            <a:ext cx="1645920" cy="64008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Fulcio</a:t>
            </a:r>
            <a:br/>
            <a:r>
              <a:t>(Short-lived Cert)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1600200"/>
            <a:ext cx="54863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1645920" cy="6400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cosign</a:t>
            </a:r>
            <a:br/>
            <a:r>
              <a:t>(Sign Artifact)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309360" y="1600200"/>
            <a:ext cx="54863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371600"/>
            <a:ext cx="1645920" cy="64008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Rekor</a:t>
            </a:r>
            <a:br/>
            <a:r>
              <a:t>(Transparency Log)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926080"/>
            <a:ext cx="1645920" cy="6400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Consumer</a:t>
            </a:r>
            <a:br/>
            <a:r>
              <a:t>(Verifier)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20240" y="3154679"/>
            <a:ext cx="548640" cy="18288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68880" y="2926080"/>
            <a:ext cx="1645920" cy="64008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cosign verify</a:t>
            </a:r>
            <a:br/>
            <a:r>
              <a:t>(Check Sig)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14800" y="3154679"/>
            <a:ext cx="548639" cy="18288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2926080"/>
            <a:ext cx="1645920" cy="64008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Rekor</a:t>
            </a:r>
            <a:br/>
            <a:r>
              <a:t>(Inclusion Proof)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309360" y="3154679"/>
            <a:ext cx="548639" cy="18288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2926080"/>
            <a:ext cx="1645920" cy="64008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Trust Root</a:t>
            </a:r>
            <a:br/>
            <a:r>
              <a:t>(TUF Metadata)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Keyless signing: No long-lived keys to manage or rotate.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Fulcio issues ephemeral X.509 certificates bound to OIDC identity (GitHub Actions, Google, etc.).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Rekor provides an immutable, append-only transparency log (RFC 6962 Merkle tree).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cosign: CLI tool for container image signing and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Adoption: npm (provenance attestations), PyPI (Trusted Publishers), Maven Central,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Kubernetes (image verification policies via Kyverno/OPA Gatekeeper).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SBOM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828800" cy="45720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Generate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syft, cdxgen, trivy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CycloneDX / SPDX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645920"/>
            <a:ext cx="182880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OCI registry, API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SBOM exchange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1828800" cy="45720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Dependency-Track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Grype, OSV-Scanner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182880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Correlate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CVE/GHSA/OSV match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VEX (exploitability)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03120" y="1783079"/>
            <a:ext cx="1828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114800" y="1783079"/>
            <a:ext cx="1828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126480" y="1783079"/>
            <a:ext cx="18288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SPDX 3.0 (ISO standard) and CycloneDX 1.6 are the two dominant SBOM formats.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US Executive Order 14028 requires SBOM for software sold to the federal government.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EU Cyber Resilience Act (CRA) requires SBOM for products sold in the EU market.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VEX (Vulnerability Exploitability eXchange) enriches SBOM by indicating whether a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known vulnerability is actually exploitable in the specific product configuration.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Status values: not_affected | affected | fixed | under_investigation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CI/CD Pipeline Security Hardening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371600"/>
            <a:ext cx="1645920" cy="45720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1097280" cy="2286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FF88"/>
                </a:solidFill>
              </a:defRPr>
            </a:pPr>
            <a:r>
              <a:t>🔒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2860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• Signed commits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Branch protection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PR review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371600"/>
            <a:ext cx="164592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1965960"/>
            <a:ext cx="1097280" cy="2286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D4FF"/>
                </a:solidFill>
              </a:defRPr>
            </a:pPr>
            <a:r>
              <a:t>🔒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2860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• Hermetic build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Pinned deps (SHA)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SLSA provenance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371600"/>
            <a:ext cx="1645920" cy="45720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65960"/>
            <a:ext cx="1097280" cy="2286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🔒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2860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• SAST/DAST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Dep scanning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Secret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371600"/>
            <a:ext cx="164592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Package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1097280" cy="2286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9F43"/>
                </a:solidFill>
              </a:defRPr>
            </a:pPr>
            <a:r>
              <a:t>🔒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• Image signing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SBOM generation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Attestation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371600"/>
            <a:ext cx="1645920" cy="45720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965960"/>
            <a:ext cx="1097280" cy="2286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BB86FC"/>
                </a:solidFill>
              </a:defRPr>
            </a:pPr>
            <a:r>
              <a:t>🔒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2860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CCCCC"/>
                </a:solidFill>
              </a:defRPr>
            </a:pPr>
            <a:r>
              <a:t>• Admission control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Image verification</a:t>
            </a:r>
          </a:p>
          <a:p>
            <a:pPr>
              <a:defRPr sz="900">
                <a:solidFill>
                  <a:srgbClr val="CCCCCC"/>
                </a:solidFill>
              </a:defRPr>
            </a:pPr>
            <a:r>
              <a:t>• Runtime policy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28800" y="150876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3749039" y="1508760"/>
            <a:ext cx="27432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669280" y="150876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589520" y="1508760"/>
            <a:ext cx="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GitHub Actions hardening: pin actions by SHA (not tag), minimize GITHUB_TOKEN permissions,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use OIDC for cloud auth (no long-lived secrets), environment protection rules.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Secret management: HashiCorp Vault, AWS Secrets Manager, OIDC-based ephemeral credentials.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Build reproducibility: Bazel, ko, apko for hermetic, reproducible container builds.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Hardware Supply Chain Threat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554480" cy="45720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IP theft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Trojan insertion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Backdoor in HDL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371600"/>
            <a:ext cx="155448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Fabrication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202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Process variation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exploitation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HW Trojan insertion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371600"/>
            <a:ext cx="1554480" cy="45720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Assembly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202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Counterfeit ICs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Component swap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PCB implants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1554480" cy="45720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9202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Interdiction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(NSA ANT catalog)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Tamper in transit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371600"/>
            <a:ext cx="155448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202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CC"/>
                </a:solidFill>
              </a:defRPr>
            </a:pPr>
            <a:r>
              <a:t>Firmware backdoor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Debug port left open</a:t>
            </a:r>
          </a:p>
          <a:p>
            <a:pPr algn="ctr">
              <a:defRPr sz="900">
                <a:solidFill>
                  <a:srgbClr val="CCCCCC"/>
                </a:solidFill>
              </a:defRPr>
            </a:pPr>
            <a:r>
              <a:t>Weak secure boot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828800" y="150876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657600" y="150876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486400" y="1508760"/>
            <a:ext cx="27431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315200" y="1508760"/>
            <a:ext cx="182879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Countermeasures: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PUFs (Physically Unclonable Functions) for device authentication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SAE AS6171/AS6081 standards for counterfeit detection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X-ray inspection, parametric testing, decapsulation analysis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OpenTitan: open-source silicon root of trust (design transparency)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NIST 800-161: Cybersecurity Supply Chain Risk Management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</a:defRPr>
            </a:pPr>
            <a:r>
              <a:t>• Split manufacturing / logic locking for IP protection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Defense Recommendations &amp; Tooling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Cloud Security Posture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CSPM (Prisma Cloud, Wiz, Orca), GuardDuty, Defender for Cloud, SCC</a:t>
            </a:r>
          </a:p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Container Security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Falco (runtime), Trivy (image scan), Kyverno (admission), SPIFFE/SPIRE (identity)</a:t>
            </a:r>
          </a:p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Supply Chain Integrity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SLSA Level 3+, Sigstore keyless signing, SBOM with VEX, reproducible builds</a:t>
            </a:r>
          </a:p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CI/CD Hardening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Pin deps by SHA, OIDC auth, ephemeral runners, hermetic builds, secret rotation</a:t>
            </a:r>
          </a:p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Dependency Management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Dependabot/Renovate, OSV-Scanner, Socket.dev (behavior analysis)</a:t>
            </a:r>
          </a:p>
          <a:p>
            <a:pPr>
              <a:spcAft>
                <a:spcPts val="200"/>
              </a:spcAft>
              <a:defRPr sz="1500" b="1">
                <a:solidFill>
                  <a:srgbClr val="00D4FF"/>
                </a:solidFill>
              </a:defRPr>
            </a:pPr>
            <a:r>
              <a:t>▸  Hardware Verification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</a:defRPr>
            </a:pPr>
            <a:r>
              <a:t>     X-ray inspection, PUF enrollment, trusted foundry programs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Cross-Reference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59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37160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188720"/>
            <a:ext cx="18288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Web App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Dependency risks, API supply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371600" cy="457200"/>
          </a:xfrm>
          <a:prstGeom prst="roundRect">
            <a:avLst/>
          </a:prstGeom>
          <a:solidFill>
            <a:srgbClr val="00FF88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783080"/>
            <a:ext cx="18288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Cloud &amp; 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828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Shared responsibility, K8s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137160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377440"/>
            <a:ext cx="18288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ICS/OT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23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ICS software supply chain (Havex)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1371600" cy="45720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971800"/>
            <a:ext cx="18288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Physical/Hardware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17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PCB RE, counterfeit IC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1371600" cy="457200"/>
          </a:xfrm>
          <a:prstGeom prst="roundRect">
            <a:avLst/>
          </a:prstGeom>
          <a:solidFill>
            <a:srgbClr val="FF4444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566160"/>
            <a:ext cx="18288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611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SLSA, Sigstore, SBOM, xz backdoor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60520"/>
            <a:ext cx="1371600" cy="457200"/>
          </a:xfrm>
          <a:prstGeom prst="roundRect">
            <a:avLst/>
          </a:prstGeom>
          <a:solidFill>
            <a:srgbClr val="BB86FC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160520"/>
            <a:ext cx="18288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DFIR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Cloud forensics during incidents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1371600" cy="45720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Domain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754880"/>
            <a:ext cx="1828800" cy="457200"/>
          </a:xfrm>
          <a:prstGeom prst="roundRect">
            <a:avLst/>
          </a:prstGeom>
          <a:solidFill>
            <a:srgbClr val="2D2D3F"/>
          </a:solidFill>
          <a:ln w="12700">
            <a:solidFill>
              <a:srgbClr val="44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00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Secure build systems, ZTA for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